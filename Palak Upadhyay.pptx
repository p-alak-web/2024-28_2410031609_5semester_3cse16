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k Upadhyay" userId="3449b0803ca9fcfd" providerId="LiveId" clId="{F290F986-CB76-4FDB-A1ED-07B1836FC1BC}"/>
    <pc:docChg chg="addSld delSld modSld sldOrd">
      <pc:chgData name="Palak Upadhyay" userId="3449b0803ca9fcfd" providerId="LiveId" clId="{F290F986-CB76-4FDB-A1ED-07B1836FC1BC}" dt="2026-08-30T15:40:23.036" v="58" actId="1037"/>
      <pc:docMkLst>
        <pc:docMk/>
      </pc:docMkLst>
      <pc:sldChg chg="addSp delSp modSp new mod">
        <pc:chgData name="Palak Upadhyay" userId="3449b0803ca9fcfd" providerId="LiveId" clId="{F290F986-CB76-4FDB-A1ED-07B1836FC1BC}" dt="2026-08-30T15:30:06.308" v="39" actId="14100"/>
        <pc:sldMkLst>
          <pc:docMk/>
          <pc:sldMk cId="1075878160" sldId="266"/>
        </pc:sldMkLst>
        <pc:spChg chg="mod">
          <ac:chgData name="Palak Upadhyay" userId="3449b0803ca9fcfd" providerId="LiveId" clId="{F290F986-CB76-4FDB-A1ED-07B1836FC1BC}" dt="2026-08-30T15:29:32.645" v="34" actId="113"/>
          <ac:spMkLst>
            <pc:docMk/>
            <pc:sldMk cId="1075878160" sldId="266"/>
            <ac:spMk id="2" creationId="{AA3E318C-9567-6AF8-5FB3-D181834D8C27}"/>
          </ac:spMkLst>
        </pc:spChg>
        <pc:spChg chg="del">
          <ac:chgData name="Palak Upadhyay" userId="3449b0803ca9fcfd" providerId="LiveId" clId="{F290F986-CB76-4FDB-A1ED-07B1836FC1BC}" dt="2026-08-30T15:29:53.360" v="35" actId="22"/>
          <ac:spMkLst>
            <pc:docMk/>
            <pc:sldMk cId="1075878160" sldId="266"/>
            <ac:spMk id="3" creationId="{3DB10A5C-263F-C0A9-BC98-830E79D00641}"/>
          </ac:spMkLst>
        </pc:spChg>
        <pc:picChg chg="add mod ord">
          <ac:chgData name="Palak Upadhyay" userId="3449b0803ca9fcfd" providerId="LiveId" clId="{F290F986-CB76-4FDB-A1ED-07B1836FC1BC}" dt="2026-08-30T15:30:06.308" v="39" actId="14100"/>
          <ac:picMkLst>
            <pc:docMk/>
            <pc:sldMk cId="1075878160" sldId="266"/>
            <ac:picMk id="5" creationId="{93475E3D-83DD-BE25-A621-EBFA1CA305CB}"/>
          </ac:picMkLst>
        </pc:picChg>
      </pc:sldChg>
      <pc:sldChg chg="addSp modSp new mod ord">
        <pc:chgData name="Palak Upadhyay" userId="3449b0803ca9fcfd" providerId="LiveId" clId="{F290F986-CB76-4FDB-A1ED-07B1836FC1BC}" dt="2026-08-30T15:40:23.036" v="58" actId="1037"/>
        <pc:sldMkLst>
          <pc:docMk/>
          <pc:sldMk cId="4007166036" sldId="267"/>
        </pc:sldMkLst>
        <pc:picChg chg="add mod">
          <ac:chgData name="Palak Upadhyay" userId="3449b0803ca9fcfd" providerId="LiveId" clId="{F290F986-CB76-4FDB-A1ED-07B1836FC1BC}" dt="2026-08-30T15:40:23.036" v="58" actId="1037"/>
          <ac:picMkLst>
            <pc:docMk/>
            <pc:sldMk cId="4007166036" sldId="267"/>
            <ac:picMk id="3" creationId="{ADFDFC39-8B05-5874-0A02-E4C6B49FEF64}"/>
          </ac:picMkLst>
        </pc:picChg>
      </pc:sldChg>
      <pc:sldChg chg="addSp modSp new mod">
        <pc:chgData name="Palak Upadhyay" userId="3449b0803ca9fcfd" providerId="LiveId" clId="{F290F986-CB76-4FDB-A1ED-07B1836FC1BC}" dt="2026-08-30T15:37:47.392" v="48" actId="14100"/>
        <pc:sldMkLst>
          <pc:docMk/>
          <pc:sldMk cId="885773418" sldId="268"/>
        </pc:sldMkLst>
        <pc:picChg chg="add mod">
          <ac:chgData name="Palak Upadhyay" userId="3449b0803ca9fcfd" providerId="LiveId" clId="{F290F986-CB76-4FDB-A1ED-07B1836FC1BC}" dt="2026-08-30T15:37:47.392" v="48" actId="14100"/>
          <ac:picMkLst>
            <pc:docMk/>
            <pc:sldMk cId="885773418" sldId="268"/>
            <ac:picMk id="3" creationId="{823A4C41-A067-F8CA-DE90-C3E0B9659DF4}"/>
          </ac:picMkLst>
        </pc:picChg>
      </pc:sldChg>
      <pc:sldChg chg="addSp modSp new mod">
        <pc:chgData name="Palak Upadhyay" userId="3449b0803ca9fcfd" providerId="LiveId" clId="{F290F986-CB76-4FDB-A1ED-07B1836FC1BC}" dt="2026-08-30T15:38:45.693" v="54" actId="14100"/>
        <pc:sldMkLst>
          <pc:docMk/>
          <pc:sldMk cId="1832678534" sldId="269"/>
        </pc:sldMkLst>
        <pc:picChg chg="add mod">
          <ac:chgData name="Palak Upadhyay" userId="3449b0803ca9fcfd" providerId="LiveId" clId="{F290F986-CB76-4FDB-A1ED-07B1836FC1BC}" dt="2026-08-30T15:38:45.693" v="54" actId="14100"/>
          <ac:picMkLst>
            <pc:docMk/>
            <pc:sldMk cId="1832678534" sldId="269"/>
            <ac:picMk id="3" creationId="{967888ED-18AB-3427-558F-8C39878E4BDF}"/>
          </ac:picMkLst>
        </pc:picChg>
      </pc:sldChg>
      <pc:sldChg chg="new del">
        <pc:chgData name="Palak Upadhyay" userId="3449b0803ca9fcfd" providerId="LiveId" clId="{F290F986-CB76-4FDB-A1ED-07B1836FC1BC}" dt="2026-08-30T15:37:59.364" v="50" actId="2696"/>
        <pc:sldMkLst>
          <pc:docMk/>
          <pc:sldMk cId="319530070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F5ED-8040-0294-722A-085AD4687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394E1-BD52-5320-765E-4D384EF5B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7EAEE-A047-F67E-EA4B-F0C9E37E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C6293-30E8-0ADD-3528-116C5A6D7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A54DA-9782-EEBD-111F-0106BC18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0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0773-FBF4-D26E-5813-ED9D7BA2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5EF08-4959-97C1-70D5-9128CB2EC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DFA24-DE75-861D-84F3-37FCF1F6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A7981-C0B9-EA30-A500-E73BFAD6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4C07C-7492-7095-DBC5-42D14131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9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42C4-EE99-757E-EDDC-8D94F44F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2313C-25A0-22E0-0A16-DDE5FC531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9DE39-97C4-9985-B955-5C443946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720C-4783-4963-E10B-77820DFD5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9BD6-A0F7-9F8B-0DD0-6B3C6919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84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3476-3EE7-037E-49A2-BFBF1534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EF3CC-23D0-5C09-CF4A-FF81B835D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2B4B0-DD92-E4BD-BB73-1D02C2960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7C63E-F1FE-50DF-057B-BBAAAD89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93B12-2FD8-61F5-B7E0-542AABC4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99332-80B2-AFA3-3D67-D3909137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524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228F-01BE-C255-6F25-239B1912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94D88-8F10-BCA3-C9CB-9E728B77C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1C8F4-2BC2-6722-BAA5-CE5684A66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76DE4-510F-B592-AA01-23D58F30F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FA804-6EA2-E955-F804-6EC204DD1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533D7-563A-4D6B-6F5A-00F72329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7BBAF8-3445-7F6E-DE0B-0B24A3F1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B2FC4-B6A2-FCD1-D071-C76D7EE1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11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7FC3-BDF7-F485-76E4-DFAE2710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A7087-35FE-CB16-FD8A-1CB7F4238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986A8-5780-1250-BC03-111065FF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C522F-1990-A3E4-9348-30939240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2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B76DA7-02EA-914E-94C3-D9BF8644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F46A1-14FE-A42F-8F8B-901EC84B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215AF-79A4-2B27-4FE0-322CD2EC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33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23AA-5C03-E260-0D97-58124986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EF4F-6966-120C-394C-1B572B6ED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71D2B-9B72-A86F-EA83-F6506506E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66F7A-D533-5DFF-48C4-454C00520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AB411-23A9-8957-7E96-DB44669F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74C2B-4A4B-B736-6A47-6A3FD716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8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0C47-0B26-3A07-1B92-4F6297831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FA635-9CC8-22DC-1441-F65EF6750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CBEA3-33F5-10E7-717E-17108DFD8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ED8FE-7F73-ED6F-7A4A-DA63200A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4BFFC-6F6D-B14B-E7EE-EEB10C81F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1E1EC-696F-1CC1-EF20-8E5666AB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33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F83B-0A2E-4F8C-4FD4-D812E03F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8A250-D497-83EA-8B39-A20012070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E1824-7405-4A7F-F5E9-4F022E04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48BD5-6AD4-27A4-FA3A-6942504E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30C9C-6BEE-9196-4E49-DDB1889A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18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2B4C2-1142-E7E4-67F5-0FAE6365B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6A8E8-4720-1C28-5937-8B546BEA1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C28C7-1032-5453-41C0-8C3CAC4D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30BC4-7140-A295-060E-C55D5E18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4DEF7-C05F-4F0C-ABBC-B7D8037DF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2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5E737-5DAA-A4AD-1817-4DDC950FE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8E5F9-051B-7FA7-CFB9-98DB75E4F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0AF98-0E02-6BC3-33D9-57FCAEDAE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2F5B4-1E33-45AC-B362-985B7DA540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F2D80-4FEF-A03C-5E31-1E2326A43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F15B1-B564-46CA-7C30-4F6C0D50A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0B80-496A-4E9C-A08B-B2B295FEA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28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8E9D-9922-C40B-B631-A94A14ED06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Palak Upadhyay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D932E-E89D-000B-059B-7F8CC5B4A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                              Enrollment/roll no. – 2410031609</a:t>
            </a:r>
          </a:p>
          <a:p>
            <a:r>
              <a:rPr lang="en-US" dirty="0">
                <a:solidFill>
                  <a:schemeClr val="accent1"/>
                </a:solidFill>
              </a:rPr>
              <a:t>                                Program &amp; Semester – </a:t>
            </a:r>
            <a:r>
              <a:rPr lang="en-US" dirty="0" err="1">
                <a:solidFill>
                  <a:schemeClr val="accent1"/>
                </a:solidFill>
              </a:rPr>
              <a:t>B.tech</a:t>
            </a:r>
            <a:r>
              <a:rPr lang="en-US" dirty="0">
                <a:solidFill>
                  <a:schemeClr val="accent1"/>
                </a:solidFill>
              </a:rPr>
              <a:t> (CSE)</a:t>
            </a:r>
          </a:p>
          <a:p>
            <a:r>
              <a:rPr lang="en-US" dirty="0">
                <a:solidFill>
                  <a:schemeClr val="accent1"/>
                </a:solidFill>
              </a:rPr>
              <a:t>Section -  3cse16</a:t>
            </a:r>
          </a:p>
          <a:p>
            <a:r>
              <a:rPr lang="en-US" dirty="0">
                <a:solidFill>
                  <a:schemeClr val="accent1"/>
                </a:solidFill>
              </a:rPr>
              <a:t>                                            AICTE ID - </a:t>
            </a:r>
            <a:r>
              <a:rPr lang="en-IN" dirty="0">
                <a:solidFill>
                  <a:schemeClr val="accent1"/>
                </a:solidFill>
              </a:rPr>
              <a:t>STU6998afa4101851771614116</a:t>
            </a:r>
            <a:endParaRPr lang="en-US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9A78E2-D230-CE42-8169-73800E470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335" y="294482"/>
            <a:ext cx="4571657" cy="165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9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7EF6-E535-E77C-2A76-2EF3BC62D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AWS CLOUD INTERN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03FA5-DE70-0EEE-2796-2A75BC190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AICTE – EDUSKILL VIRTUAL INTERNSHIP</a:t>
            </a:r>
          </a:p>
          <a:p>
            <a:r>
              <a:rPr lang="en-US" dirty="0">
                <a:solidFill>
                  <a:schemeClr val="accent1"/>
                </a:solidFill>
              </a:rPr>
              <a:t>                         INTERNSHIP DURATION – 1 AUG 2026 – 29 SEPT 2026</a:t>
            </a:r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F08B-4DD7-1584-5668-F97792B9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Candidate and program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7AB27-B717-E891-9750-69A4D678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396663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Candidate detail</a:t>
            </a:r>
          </a:p>
          <a:p>
            <a:pPr marL="0" indent="0" algn="just">
              <a:buNone/>
            </a:pPr>
            <a:r>
              <a:rPr lang="en-US" sz="2000" dirty="0"/>
              <a:t>Student Name – Palak Upadhyay</a:t>
            </a:r>
          </a:p>
          <a:p>
            <a:pPr marL="0" indent="0" algn="just">
              <a:buNone/>
            </a:pPr>
            <a:r>
              <a:rPr lang="en-US" sz="2000" dirty="0"/>
              <a:t>Stream – </a:t>
            </a:r>
            <a:r>
              <a:rPr lang="en-US" sz="2000" dirty="0" err="1"/>
              <a:t>B.tech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Branch – CSE(Cyber Security)</a:t>
            </a:r>
          </a:p>
          <a:p>
            <a:pPr marL="0" indent="0" algn="just">
              <a:buNone/>
            </a:pPr>
            <a:r>
              <a:rPr lang="en-US" sz="2000" dirty="0"/>
              <a:t>Institution – IILM University, Greater Noida</a:t>
            </a:r>
          </a:p>
          <a:p>
            <a:pPr marL="0" indent="0" algn="just">
              <a:buNone/>
            </a:pPr>
            <a:r>
              <a:rPr lang="en-US" sz="2000" dirty="0"/>
              <a:t>AICTE Student_id  - </a:t>
            </a:r>
            <a:r>
              <a:rPr lang="en-IN" sz="2000" dirty="0"/>
              <a:t>STU6998afa4101851771614116</a:t>
            </a:r>
            <a:endParaRPr lang="en-US" sz="20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AF79C-4320-DEC6-7A24-838C02FEC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1" y="1825625"/>
            <a:ext cx="5545394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Internship Profile</a:t>
            </a:r>
          </a:p>
          <a:p>
            <a:pPr marL="0" indent="0">
              <a:buNone/>
            </a:pPr>
            <a:r>
              <a:rPr lang="en-US" sz="2000" dirty="0"/>
              <a:t>Program name – AICTE – </a:t>
            </a:r>
            <a:r>
              <a:rPr lang="en-US" sz="2000" dirty="0" err="1"/>
              <a:t>Eduskill</a:t>
            </a:r>
            <a:r>
              <a:rPr lang="en-US" sz="2000" dirty="0"/>
              <a:t> Virtual Internship</a:t>
            </a:r>
          </a:p>
          <a:p>
            <a:pPr marL="0" indent="0">
              <a:buNone/>
            </a:pPr>
            <a:r>
              <a:rPr lang="en-US" sz="2000" dirty="0"/>
              <a:t>Internship Domain – AWS CLOUD INTERN </a:t>
            </a:r>
          </a:p>
          <a:p>
            <a:pPr marL="0" indent="0">
              <a:buNone/>
            </a:pPr>
            <a:r>
              <a:rPr lang="en-US" sz="2000" dirty="0"/>
              <a:t>Duration  8 weeks(august 2026 – October 2026)</a:t>
            </a:r>
          </a:p>
          <a:p>
            <a:pPr marL="0" indent="0">
              <a:buNone/>
            </a:pPr>
            <a:r>
              <a:rPr lang="en-US" sz="2000" dirty="0"/>
              <a:t>Offer letter Ref - </a:t>
            </a:r>
            <a:r>
              <a:rPr lang="en-IN" sz="2000" dirty="0"/>
              <a:t>C18Y2026M081529883</a:t>
            </a:r>
          </a:p>
          <a:p>
            <a:pPr marL="0" indent="0">
              <a:buNone/>
            </a:pPr>
            <a:r>
              <a:rPr lang="en-IN" sz="2000" dirty="0"/>
              <a:t>Status – Selected for 8 – week Virtual Internship</a:t>
            </a:r>
          </a:p>
        </p:txBody>
      </p:sp>
    </p:spTree>
    <p:extLst>
      <p:ext uri="{BB962C8B-B14F-4D97-AF65-F5344CB8AC3E}">
        <p14:creationId xmlns:p14="http://schemas.microsoft.com/office/powerpoint/2010/main" val="240513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DF15-D8DA-5BC0-BEE0-77655079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 And Organization Overview</a:t>
            </a:r>
            <a:endParaRPr lang="en-IN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024B4E-6F88-521C-5DB1-C25178CB3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321842" cy="489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8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8091-B924-22A7-CF6F-2E3FEE89C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Internship Purpose, </a:t>
            </a:r>
            <a:r>
              <a:rPr lang="en-US" b="1" dirty="0" err="1"/>
              <a:t>Evalution</a:t>
            </a:r>
            <a:r>
              <a:rPr lang="en-US" b="1" dirty="0"/>
              <a:t> &amp; Completion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4D8AA-A95F-A5B2-455A-B8C96B89CF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Internship Purpose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program is designed to provide structured learning combined with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pratical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exposure in AWS Cloud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internship helps build industry –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revelant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skill that enhance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employabilty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confidence in the subject area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81BA2-3AB1-9490-0943-42A82107D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0626" y="1677681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Evalution</a:t>
            </a:r>
            <a:r>
              <a:rPr lang="en-US" dirty="0">
                <a:solidFill>
                  <a:schemeClr val="accent1"/>
                </a:solidFill>
              </a:rPr>
              <a:t> &amp; Completion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internship follows a week – wise learning plan with weekly assessments, project documentation and assignments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2000" dirty="0"/>
              <a:t>The final grade is based on weekly assessment, project submission and final assessment test . Successful completion leads to a virtual internship certificate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512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75F4-DFC2-A8C3-49EA-6F3EF34DC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AWS CLOUD LEARNING AREAS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5FB29-09E2-F34A-D778-127542B09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5107" y="2159607"/>
            <a:ext cx="10604164" cy="279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07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1B48-3F04-E246-9E17-D20F63A69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Technologies &amp; Services covered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F32EAB-1C21-E6A5-9C72-C624B8B67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0634" y="2231381"/>
            <a:ext cx="9930074" cy="302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99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2D84-7593-7475-E5B3-D1D97F52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Cloud Learning Scope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D98D-F07D-3C48-7366-B777A600D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Cloud Foundation: </a:t>
            </a:r>
            <a:r>
              <a:rPr lang="en-US" dirty="0"/>
              <a:t>Cloud concepts , economics, billing and AWS global infrastructure.</a:t>
            </a:r>
          </a:p>
          <a:p>
            <a:r>
              <a:rPr lang="en-US" b="1" dirty="0"/>
              <a:t>Security &amp; Networking : </a:t>
            </a:r>
            <a:r>
              <a:rPr lang="en-US" dirty="0"/>
              <a:t>Cloud security, networking and content delivery.</a:t>
            </a:r>
          </a:p>
          <a:p>
            <a:r>
              <a:rPr lang="en-US" b="1" dirty="0"/>
              <a:t>Cloud Architecture : </a:t>
            </a:r>
            <a:r>
              <a:rPr lang="en-US" dirty="0"/>
              <a:t>IAM , S3, EC2,RDS,VPC and VPC peering</a:t>
            </a:r>
          </a:p>
          <a:p>
            <a:r>
              <a:rPr lang="en-US" b="1" dirty="0"/>
              <a:t>Advanced cloud : </a:t>
            </a:r>
            <a:r>
              <a:rPr lang="en-US" dirty="0"/>
              <a:t>KMS , monitoring , elasticity, high availability and Route 53.</a:t>
            </a:r>
          </a:p>
          <a:p>
            <a:r>
              <a:rPr lang="en-US" b="1" dirty="0"/>
              <a:t>Serverless &amp;  Data : </a:t>
            </a:r>
            <a:r>
              <a:rPr lang="en-US" dirty="0"/>
              <a:t>SQS, Aws Lambda, </a:t>
            </a:r>
            <a:r>
              <a:rPr lang="en-US" dirty="0" err="1"/>
              <a:t>Dtat</a:t>
            </a:r>
            <a:r>
              <a:rPr lang="en-US" dirty="0"/>
              <a:t> Engineering pattern, disaster recovery and solution architect preparation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557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2F01-1040-85CA-1C2D-DC29EC3D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Curriculum Timeline (Weeks 1 to 4)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447E3B-9D75-4BDA-714E-7A838B225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264" y="1943501"/>
            <a:ext cx="10515599" cy="393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4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30FF-A49E-E4CC-9E89-942B5A58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Curriculum Timeline (Weeks 5 to 8)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4F8CFD-EA5D-0FD8-DD5A-AEFFCBFE7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013" y="2074985"/>
            <a:ext cx="10871973" cy="357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7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318C-9567-6AF8-5FB3-D181834D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Area And Expected Skills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475E3D-83DD-BE25-A621-EBFA1CA30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4287"/>
            <a:ext cx="9672955" cy="336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78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A4C41-A067-F8CA-DE90-C3E0B9659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755" y="0"/>
            <a:ext cx="6646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73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7888ED-18AB-3427-558F-8C39878E4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116" y="0"/>
            <a:ext cx="6990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78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DFC39-8B05-5874-0A02-E4C6B49FE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29" y="1874385"/>
            <a:ext cx="9960077" cy="387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6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325</Words>
  <Application>Microsoft Office PowerPoint</Application>
  <PresentationFormat>Widescreen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 Palak Upadhyay</vt:lpstr>
      <vt:lpstr>AWS CLOUD INTERN  </vt:lpstr>
      <vt:lpstr>Candidate and program overview</vt:lpstr>
      <vt:lpstr>Program And Organization Overview</vt:lpstr>
      <vt:lpstr>Internship Purpose, Evalution &amp; Completion</vt:lpstr>
      <vt:lpstr>CORE AWS CLOUD LEARNING AREAS</vt:lpstr>
      <vt:lpstr>AWS Technologies &amp; Services covered</vt:lpstr>
      <vt:lpstr>AWS Cloud Learning Scope</vt:lpstr>
      <vt:lpstr>Curriculum Timeline (Weeks 1 to 4)</vt:lpstr>
      <vt:lpstr>Curriculum Timeline (Weeks 5 to 8)</vt:lpstr>
      <vt:lpstr>Learning Area And Expected Skills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Palak Upadhyay</dc:creator>
  <cp:lastModifiedBy>Palak Upadhyay</cp:lastModifiedBy>
  <cp:revision>1</cp:revision>
  <dcterms:created xsi:type="dcterms:W3CDTF">2026-08-30T15:28:30Z</dcterms:created>
  <dcterms:modified xsi:type="dcterms:W3CDTF">2026-08-30T15:40:31Z</dcterms:modified>
</cp:coreProperties>
</file>